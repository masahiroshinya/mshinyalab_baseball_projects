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3" r:id="rId5"/>
    <p:sldId id="264" r:id="rId6"/>
    <p:sldId id="260" r:id="rId7"/>
    <p:sldId id="261" r:id="rId8"/>
    <p:sldId id="262" r:id="rId9"/>
    <p:sldId id="265" r:id="rId10"/>
    <p:sldId id="266" r:id="rId11"/>
    <p:sldId id="267"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65CF29-486D-4CE5-B5DB-B49E5D91AF19}" v="1" dt="2026-07-06T08:45:10.7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8"/>
    <p:restoredTop sz="94658"/>
  </p:normalViewPr>
  <p:slideViewPr>
    <p:cSldViewPr snapToGrid="0">
      <p:cViewPr varScale="1">
        <p:scale>
          <a:sx n="61" d="100"/>
          <a:sy n="61" d="100"/>
        </p:scale>
        <p:origin x="72" y="10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山藤　健太郎" userId="6108bed0-4847-4616-b2e4-156f61fd9dc4" providerId="ADAL" clId="{98CE5F76-719C-489B-BD9B-AB1B7E359D86}"/>
    <pc:docChg chg="modSld">
      <pc:chgData name="山藤　健太郎" userId="6108bed0-4847-4616-b2e4-156f61fd9dc4" providerId="ADAL" clId="{98CE5F76-719C-489B-BD9B-AB1B7E359D86}" dt="2026-07-06T09:23:01.603" v="907" actId="20577"/>
      <pc:docMkLst>
        <pc:docMk/>
      </pc:docMkLst>
      <pc:sldChg chg="modSp mod">
        <pc:chgData name="山藤　健太郎" userId="6108bed0-4847-4616-b2e4-156f61fd9dc4" providerId="ADAL" clId="{98CE5F76-719C-489B-BD9B-AB1B7E359D86}" dt="2026-07-06T09:18:25.316" v="550" actId="20577"/>
        <pc:sldMkLst>
          <pc:docMk/>
          <pc:sldMk cId="3690693259" sldId="258"/>
        </pc:sldMkLst>
        <pc:spChg chg="mod">
          <ac:chgData name="山藤　健太郎" userId="6108bed0-4847-4616-b2e4-156f61fd9dc4" providerId="ADAL" clId="{98CE5F76-719C-489B-BD9B-AB1B7E359D86}" dt="2026-07-06T09:16:04.410" v="53" actId="20577"/>
          <ac:spMkLst>
            <pc:docMk/>
            <pc:sldMk cId="3690693259" sldId="258"/>
            <ac:spMk id="2" creationId="{EF9B66C3-5B81-D1F8-9962-1119776A0224}"/>
          </ac:spMkLst>
        </pc:spChg>
        <pc:spChg chg="mod">
          <ac:chgData name="山藤　健太郎" userId="6108bed0-4847-4616-b2e4-156f61fd9dc4" providerId="ADAL" clId="{98CE5F76-719C-489B-BD9B-AB1B7E359D86}" dt="2026-07-06T09:18:25.316" v="550" actId="20577"/>
          <ac:spMkLst>
            <pc:docMk/>
            <pc:sldMk cId="3690693259" sldId="258"/>
            <ac:spMk id="4" creationId="{3F3CB1A2-7983-1737-58E8-F11F4717BF82}"/>
          </ac:spMkLst>
        </pc:spChg>
      </pc:sldChg>
      <pc:sldChg chg="modSp mod">
        <pc:chgData name="山藤　健太郎" userId="6108bed0-4847-4616-b2e4-156f61fd9dc4" providerId="ADAL" clId="{98CE5F76-719C-489B-BD9B-AB1B7E359D86}" dt="2026-07-06T09:19:54.187" v="627" actId="20577"/>
        <pc:sldMkLst>
          <pc:docMk/>
          <pc:sldMk cId="3636108093" sldId="259"/>
        </pc:sldMkLst>
        <pc:spChg chg="mod">
          <ac:chgData name="山藤　健太郎" userId="6108bed0-4847-4616-b2e4-156f61fd9dc4" providerId="ADAL" clId="{98CE5F76-719C-489B-BD9B-AB1B7E359D86}" dt="2026-07-06T09:19:54.187" v="627" actId="20577"/>
          <ac:spMkLst>
            <pc:docMk/>
            <pc:sldMk cId="3636108093" sldId="259"/>
            <ac:spMk id="2" creationId="{CA98E0E6-CAD8-B2F4-745D-16A0AB0BF824}"/>
          </ac:spMkLst>
        </pc:spChg>
        <pc:spChg chg="mod">
          <ac:chgData name="山藤　健太郎" userId="6108bed0-4847-4616-b2e4-156f61fd9dc4" providerId="ADAL" clId="{98CE5F76-719C-489B-BD9B-AB1B7E359D86}" dt="2026-07-06T09:19:38.491" v="597" actId="20577"/>
          <ac:spMkLst>
            <pc:docMk/>
            <pc:sldMk cId="3636108093" sldId="259"/>
            <ac:spMk id="7" creationId="{13EE2234-223A-B9FA-674B-6C40BC4D1EE5}"/>
          </ac:spMkLst>
        </pc:spChg>
      </pc:sldChg>
      <pc:sldChg chg="modSp mod">
        <pc:chgData name="山藤　健太郎" userId="6108bed0-4847-4616-b2e4-156f61fd9dc4" providerId="ADAL" clId="{98CE5F76-719C-489B-BD9B-AB1B7E359D86}" dt="2026-07-06T09:23:01.603" v="907" actId="20577"/>
        <pc:sldMkLst>
          <pc:docMk/>
          <pc:sldMk cId="264788593" sldId="263"/>
        </pc:sldMkLst>
        <pc:spChg chg="mod">
          <ac:chgData name="山藤　健太郎" userId="6108bed0-4847-4616-b2e4-156f61fd9dc4" providerId="ADAL" clId="{98CE5F76-719C-489B-BD9B-AB1B7E359D86}" dt="2026-07-06T09:23:01.603" v="907" actId="20577"/>
          <ac:spMkLst>
            <pc:docMk/>
            <pc:sldMk cId="264788593" sldId="263"/>
            <ac:spMk id="2" creationId="{DE61A4BA-D052-E4EE-DC08-519CDF365E5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901214-5912-9C6A-1B0E-000E81CAC61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B1E9D6C-F3D3-9BA5-E2B5-B66FAFEB84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4FEA80D-88BF-9D7C-7E1D-D6311C14864E}"/>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E0DD56D5-2D1C-78FD-C9E3-8C2A63DF6DC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6F5BA6-D894-2CA6-B951-BD259F46547F}"/>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52978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2BD6A-7D73-0928-9CD1-FA1930A1579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8E5F132-4932-9869-99A4-B0AB317DEB3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25A0D1E-2DF6-5165-00C3-21E4F04F5B93}"/>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1B14A3D6-443D-C4AA-B6C9-98945C55F9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82E852-908F-77FC-31E4-EC724D57E6A6}"/>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3784302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C5D76-5807-AE32-2541-52688F2A2AE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613F9A-2B55-7F30-93B0-FF56514D32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7AB1C56-2286-C186-A332-4184FFA8060C}"/>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76D6E57D-9BBD-0A3B-543D-6027FE23894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8822DC-01E8-337E-07ED-7158E28EB8DC}"/>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2806623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19588B-6113-7C02-8935-8E45674AD4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CF9EB5D-30A8-B205-193A-C3F2843515A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6F5A183-B586-833C-B50F-15D52A148B5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C32F58B-88B5-E5AE-C7F2-A1B982B3A4EC}"/>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24052540-51F0-3184-8828-9329538074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F305F68-B876-9896-49B1-894328D83A76}"/>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1172644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0153DA-1C28-1E92-6156-742308D3119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41DCF95-0E44-A38F-5488-595A8A1BF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D856DB3-7658-4D63-FC3A-5C2463612CB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2C5AC67-04A1-5D63-D738-5BFC0211E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EBACFEA-3AF8-41D0-1CA2-1BE21DB9723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FD3ECA9-76FD-8296-1184-1BD11BF4DC56}"/>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8" name="フッター プレースホルダー 7">
            <a:extLst>
              <a:ext uri="{FF2B5EF4-FFF2-40B4-BE49-F238E27FC236}">
                <a16:creationId xmlns:a16="http://schemas.microsoft.com/office/drawing/2014/main" id="{6D19A979-A8CF-8963-E41D-0BA45DA9B93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57ADF0D-A239-11AA-09F4-8DB11C37E459}"/>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2266891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CCB81C-5E3B-0046-54F8-D158453B858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E7E49E5-8D63-21AD-2572-AEB522AA3494}"/>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4" name="フッター プレースホルダー 3">
            <a:extLst>
              <a:ext uri="{FF2B5EF4-FFF2-40B4-BE49-F238E27FC236}">
                <a16:creationId xmlns:a16="http://schemas.microsoft.com/office/drawing/2014/main" id="{2ABB5A1E-FF5A-0EF6-BDD3-8DC5DB78AA5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3AAA253-3AE2-D45C-9DC4-8F1C67A6AE0D}"/>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2629808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6412465-A806-B25C-F40F-9A06A29387BC}"/>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3" name="フッター プレースホルダー 2">
            <a:extLst>
              <a:ext uri="{FF2B5EF4-FFF2-40B4-BE49-F238E27FC236}">
                <a16:creationId xmlns:a16="http://schemas.microsoft.com/office/drawing/2014/main" id="{BA1D977E-8940-ED65-C1C3-F1BE48C4C3E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E65F8F3-7BB6-81C9-6E8F-5F2AB86E25DC}"/>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1937862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43DC01-0DD4-A2AF-4850-98949AB9FB5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3284728-F4DA-B93F-7E57-5D221F64F9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9D47718-4425-12C9-FDBA-62ACEE6FC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5A9BE24-1A62-DB21-5C57-590937ACE7CF}"/>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8F6B44BF-CE4E-1649-E246-E1E3D85CE1C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D7D15C1-E426-153F-02CE-C6CCB9C5CE6C}"/>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3152723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2CFCE8-32CE-8587-16B3-7BFA27833B0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F4E4026-C10E-A1A1-6B52-F8D29E93E8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1AD3ABE-754E-B02E-DC96-9597786CB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EC1941C-FAEC-E635-7022-9D9691D3BD31}"/>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9E2E0E21-A49F-286F-9B0B-646EBC928C0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48C13D1-45E6-E575-77E4-D3495A9EA8A9}"/>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3916455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71502E-68F4-7F61-F640-EB33C3899D7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66827F6-F699-9C67-A135-23F23338046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14256E7-869F-282D-541F-035919FC05B0}"/>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5B94E557-1631-E542-F772-4E734731A7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D9AF782-7D22-D3DD-414B-EE6A2D6C0017}"/>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1772875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78CB1A6-B1BC-45E6-B78D-836503C1329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0916C02-EBD5-9E98-AC0E-543DE60BD85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CB4F86D-1E54-4073-7FED-65D6E11B425A}"/>
              </a:ext>
            </a:extLst>
          </p:cNvPr>
          <p:cNvSpPr>
            <a:spLocks noGrp="1"/>
          </p:cNvSpPr>
          <p:nvPr>
            <p:ph type="dt" sz="half" idx="10"/>
          </p:nvPr>
        </p:nvSpPr>
        <p:spPr/>
        <p:txBody>
          <a:bodyPr/>
          <a:lstStyle/>
          <a:p>
            <a:fld id="{A30DED64-1E1A-3640-B2F9-E500B79F14E6}"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B4897B88-CEE4-09CD-D3B1-F195396407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6B2E58-BA1A-7FCD-A24B-8C5B6F1814AE}"/>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1207437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0085B0-2886-D3E4-7D00-90A5510827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EB6D278-C8C7-39D0-B99E-2DC294F8C8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59951C5-943F-1BEB-6544-3D9FA3A02B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0DED64-1E1A-3640-B2F9-E500B79F14E6}"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746076C4-692E-19F9-77C7-100FBDB368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10E2F5D-D67E-1F08-45EC-D048C08EBE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2481977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FD690D-D8E8-8A54-B740-13BD777BBEAD}"/>
              </a:ext>
            </a:extLst>
          </p:cNvPr>
          <p:cNvSpPr>
            <a:spLocks noGrp="1"/>
          </p:cNvSpPr>
          <p:nvPr>
            <p:ph type="ctrTitle"/>
          </p:nvPr>
        </p:nvSpPr>
        <p:spPr/>
        <p:txBody>
          <a:bodyPr/>
          <a:lstStyle/>
          <a:p>
            <a:r>
              <a:rPr kumimoji="1" lang="ja-JP" altLang="en-US" dirty="0">
                <a:latin typeface="Meiryo UI" panose="020B0604030504040204" pitchFamily="34" charset="-128"/>
                <a:ea typeface="Meiryo UI" panose="020B0604030504040204" pitchFamily="34" charset="-128"/>
              </a:rPr>
              <a:t>進捗報告　</a:t>
            </a:r>
            <a:r>
              <a:rPr kumimoji="1" lang="en-US" altLang="ja-JP" dirty="0">
                <a:latin typeface="Meiryo UI" panose="020B0604030504040204" pitchFamily="34" charset="-128"/>
                <a:ea typeface="Meiryo UI" panose="020B0604030504040204" pitchFamily="34" charset="-128"/>
              </a:rPr>
              <a:t>2026-0707</a:t>
            </a:r>
            <a:endParaRPr kumimoji="1" lang="ja-JP" altLang="en-US" dirty="0">
              <a:latin typeface="Meiryo UI" panose="020B0604030504040204" pitchFamily="34" charset="-128"/>
              <a:ea typeface="Meiryo UI" panose="020B0604030504040204" pitchFamily="34" charset="-128"/>
            </a:endParaRPr>
          </a:p>
        </p:txBody>
      </p:sp>
      <p:sp>
        <p:nvSpPr>
          <p:cNvPr id="3" name="字幕 2">
            <a:extLst>
              <a:ext uri="{FF2B5EF4-FFF2-40B4-BE49-F238E27FC236}">
                <a16:creationId xmlns:a16="http://schemas.microsoft.com/office/drawing/2014/main" id="{67D1BDCD-D920-BB48-94F2-FA634F9EF9EB}"/>
              </a:ext>
            </a:extLst>
          </p:cNvPr>
          <p:cNvSpPr>
            <a:spLocks noGrp="1"/>
          </p:cNvSpPr>
          <p:nvPr>
            <p:ph type="subTitle" idx="1"/>
          </p:nvPr>
        </p:nvSpPr>
        <p:spPr/>
        <p:txBody>
          <a:bodyPr/>
          <a:lstStyle/>
          <a:p>
            <a:r>
              <a:rPr kumimoji="1" lang="ja-JP" altLang="en-US" dirty="0">
                <a:latin typeface="Meiryo UI" panose="020B0604030504040204" pitchFamily="34" charset="-128"/>
                <a:ea typeface="Meiryo UI" panose="020B0604030504040204" pitchFamily="34" charset="-128"/>
              </a:rPr>
              <a:t>名前 山藤健太郎</a:t>
            </a:r>
          </a:p>
        </p:txBody>
      </p:sp>
    </p:spTree>
    <p:extLst>
      <p:ext uri="{BB962C8B-B14F-4D97-AF65-F5344CB8AC3E}">
        <p14:creationId xmlns:p14="http://schemas.microsoft.com/office/powerpoint/2010/main" val="2219936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9B66C3-5B81-D1F8-9962-1119776A0224}"/>
              </a:ext>
            </a:extLst>
          </p:cNvPr>
          <p:cNvSpPr>
            <a:spLocks noGrp="1"/>
          </p:cNvSpPr>
          <p:nvPr>
            <p:ph type="title"/>
          </p:nvPr>
        </p:nvSpPr>
        <p:spPr/>
        <p:txBody>
          <a:bodyPr>
            <a:normAutofit/>
          </a:bodyPr>
          <a:lstStyle/>
          <a:p>
            <a:r>
              <a:rPr kumimoji="1" lang="ja-JP" altLang="en-US" sz="4000" b="1" dirty="0">
                <a:latin typeface="Meiryo UI" panose="020B0604030504040204" pitchFamily="34" charset="-128"/>
                <a:ea typeface="Meiryo UI" panose="020B0604030504040204" pitchFamily="34" charset="-128"/>
              </a:rPr>
              <a:t>背景　競技現場における動作解析の重要性</a:t>
            </a:r>
          </a:p>
        </p:txBody>
      </p:sp>
      <p:sp>
        <p:nvSpPr>
          <p:cNvPr id="4" name="コンテンツ プレースホルダー 3">
            <a:extLst>
              <a:ext uri="{FF2B5EF4-FFF2-40B4-BE49-F238E27FC236}">
                <a16:creationId xmlns:a16="http://schemas.microsoft.com/office/drawing/2014/main" id="{3F3CB1A2-7983-1737-58E8-F11F4717BF82}"/>
              </a:ext>
            </a:extLst>
          </p:cNvPr>
          <p:cNvSpPr>
            <a:spLocks noGrp="1"/>
          </p:cNvSpPr>
          <p:nvPr>
            <p:ph idx="1"/>
          </p:nvPr>
        </p:nvSpPr>
        <p:spPr/>
        <p:txBody>
          <a:bodyPr/>
          <a:lstStyle/>
          <a:p>
            <a:pPr marL="0" indent="0">
              <a:buNone/>
            </a:pPr>
            <a:r>
              <a:rPr lang="ja-JP" altLang="en-US" dirty="0"/>
              <a:t>スポーツ現場では経験や主観に基づく指導だけでなく映像センサー、トラッキングデータを用いて選手の動作を客観的に評価する重要性が高まっている。</a:t>
            </a:r>
            <a:endParaRPr lang="en-US" altLang="ja-JP" dirty="0"/>
          </a:p>
          <a:p>
            <a:pPr marL="0" indent="0">
              <a:buNone/>
            </a:pPr>
            <a:endParaRPr lang="en-US" altLang="ja-JP" dirty="0"/>
          </a:p>
          <a:p>
            <a:pPr marL="0" indent="0">
              <a:buNone/>
            </a:pPr>
            <a:r>
              <a:rPr lang="ja-JP" altLang="en-US" dirty="0"/>
              <a:t>野球においても、打球速度、打球角度、スイング速度、体の使い方などを数値化することで、選手の課題把握やフィードバックパフォーマンス向上に活用できる可能性がある。</a:t>
            </a:r>
          </a:p>
        </p:txBody>
      </p:sp>
    </p:spTree>
    <p:extLst>
      <p:ext uri="{BB962C8B-B14F-4D97-AF65-F5344CB8AC3E}">
        <p14:creationId xmlns:p14="http://schemas.microsoft.com/office/powerpoint/2010/main" val="369069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D31E5-2C5A-734C-CF29-31506A50E8B4}"/>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13EE2234-223A-B9FA-674B-6C40BC4D1EE5}"/>
              </a:ext>
            </a:extLst>
          </p:cNvPr>
          <p:cNvSpPr>
            <a:spLocks noGrp="1"/>
          </p:cNvSpPr>
          <p:nvPr>
            <p:ph type="title"/>
          </p:nvPr>
        </p:nvSpPr>
        <p:spPr/>
        <p:txBody>
          <a:bodyPr>
            <a:normAutofit/>
          </a:bodyPr>
          <a:lstStyle/>
          <a:p>
            <a:r>
              <a:rPr kumimoji="1" lang="ja-JP" altLang="en-US" sz="4000" b="1" dirty="0">
                <a:latin typeface="Meiryo UI" panose="020B0604030504040204" pitchFamily="34" charset="-128"/>
                <a:ea typeface="Meiryo UI" panose="020B0604030504040204" pitchFamily="34" charset="-128"/>
              </a:rPr>
              <a:t>背景　既存の動作解析の課題</a:t>
            </a:r>
            <a:endParaRPr kumimoji="1" lang="ja-JP" altLang="en-US" sz="3200" b="1" dirty="0">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CA98E0E6-CAD8-B2F4-745D-16A0AB0BF824}"/>
              </a:ext>
            </a:extLst>
          </p:cNvPr>
          <p:cNvSpPr>
            <a:spLocks noGrp="1"/>
          </p:cNvSpPr>
          <p:nvPr>
            <p:ph idx="1"/>
          </p:nvPr>
        </p:nvSpPr>
        <p:spPr/>
        <p:txBody>
          <a:bodyPr/>
          <a:lstStyle/>
          <a:p>
            <a:pPr marL="0" indent="0">
              <a:buNone/>
            </a:pPr>
            <a:endParaRPr lang="en-US" altLang="ja-JP" dirty="0"/>
          </a:p>
        </p:txBody>
      </p:sp>
    </p:spTree>
    <p:extLst>
      <p:ext uri="{BB962C8B-B14F-4D97-AF65-F5344CB8AC3E}">
        <p14:creationId xmlns:p14="http://schemas.microsoft.com/office/powerpoint/2010/main" val="3636108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3C1D-C3A4-4624-FD3A-6251A29A11C4}"/>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DB269FDC-C269-28C0-E814-102255027CFB}"/>
              </a:ext>
            </a:extLst>
          </p:cNvPr>
          <p:cNvSpPr>
            <a:spLocks noGrp="1"/>
          </p:cNvSpPr>
          <p:nvPr>
            <p:ph type="title"/>
          </p:nvPr>
        </p:nvSpPr>
        <p:spPr/>
        <p:txBody>
          <a:bodyPr>
            <a:normAutofit/>
          </a:bodyPr>
          <a:lstStyle/>
          <a:p>
            <a:r>
              <a:rPr kumimoji="1" lang="ja-JP" altLang="en-US" sz="4000" b="1">
                <a:latin typeface="Meiryo UI" panose="020B0604030504040204" pitchFamily="34" charset="-128"/>
                <a:ea typeface="Meiryo UI" panose="020B0604030504040204" pitchFamily="34" charset="-128"/>
              </a:rPr>
              <a:t>モチベーション</a:t>
            </a:r>
            <a:endParaRPr kumimoji="1" lang="ja-JP" altLang="en-US" sz="3200" b="1">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DE61A4BA-D052-E4EE-DC08-519CDF365E5A}"/>
              </a:ext>
            </a:extLst>
          </p:cNvPr>
          <p:cNvSpPr>
            <a:spLocks noGrp="1"/>
          </p:cNvSpPr>
          <p:nvPr>
            <p:ph idx="1"/>
          </p:nvPr>
        </p:nvSpPr>
        <p:spPr/>
        <p:txBody>
          <a:bodyPr/>
          <a:lstStyle/>
          <a:p>
            <a:pPr marL="0" indent="0">
              <a:buNone/>
            </a:pPr>
            <a:r>
              <a:rPr lang="ja-JP" altLang="en-US" dirty="0"/>
              <a:t>撮影環境を整え、アマチュア競技現場で利用可能なマーカレスモーションキャプチャを用いて、打者の動作を継続的かつ実用的に解析を行う手法のセットアップを行いたい</a:t>
            </a:r>
          </a:p>
        </p:txBody>
      </p:sp>
    </p:spTree>
    <p:extLst>
      <p:ext uri="{BB962C8B-B14F-4D97-AF65-F5344CB8AC3E}">
        <p14:creationId xmlns:p14="http://schemas.microsoft.com/office/powerpoint/2010/main" val="264788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1A7D8-0D8E-AABD-AA50-81D8D733FD49}"/>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AD7570CD-BF61-0F05-7D47-2BA3DE1B5626}"/>
              </a:ext>
            </a:extLst>
          </p:cNvPr>
          <p:cNvSpPr>
            <a:spLocks noGrp="1"/>
          </p:cNvSpPr>
          <p:nvPr>
            <p:ph type="title"/>
          </p:nvPr>
        </p:nvSpPr>
        <p:spPr/>
        <p:txBody>
          <a:bodyPr>
            <a:normAutofit/>
          </a:bodyPr>
          <a:lstStyle/>
          <a:p>
            <a:r>
              <a:rPr lang="ja-JP" altLang="en-US" sz="4000" b="1">
                <a:latin typeface="Meiryo UI" panose="020B0604030504040204" pitchFamily="34" charset="-128"/>
                <a:ea typeface="Meiryo UI" panose="020B0604030504040204" pitchFamily="34" charset="-128"/>
              </a:rPr>
              <a:t>先行研究</a:t>
            </a:r>
            <a:endParaRPr kumimoji="1" lang="ja-JP" altLang="en-US" sz="3200" b="1">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945A41EB-373A-33BD-17A4-14527E14CB7C}"/>
              </a:ext>
            </a:extLst>
          </p:cNvPr>
          <p:cNvSpPr>
            <a:spLocks noGrp="1"/>
          </p:cNvSpPr>
          <p:nvPr>
            <p:ph idx="1"/>
          </p:nvPr>
        </p:nvSpPr>
        <p:spPr/>
        <p:txBody>
          <a:bodyPr/>
          <a:lstStyle/>
          <a:p>
            <a:pPr marL="0" indent="0">
              <a:buNone/>
            </a:pPr>
            <a:r>
              <a:rPr lang="ja-JP" altLang="en-US"/>
              <a:t>１本に１枚くらい（目安）</a:t>
            </a:r>
            <a:endParaRPr lang="en-US" altLang="ja-JP" dirty="0"/>
          </a:p>
          <a:p>
            <a:pPr marL="0" indent="0">
              <a:buNone/>
            </a:pPr>
            <a:r>
              <a:rPr lang="ja-JP" altLang="en-US"/>
              <a:t>図を入れる</a:t>
            </a:r>
          </a:p>
        </p:txBody>
      </p:sp>
    </p:spTree>
    <p:extLst>
      <p:ext uri="{BB962C8B-B14F-4D97-AF65-F5344CB8AC3E}">
        <p14:creationId xmlns:p14="http://schemas.microsoft.com/office/powerpoint/2010/main" val="2091861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8B7F-FFD0-DFF4-1C88-08589682F56D}"/>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D2C8D267-68A7-433D-E328-73395F55808E}"/>
              </a:ext>
            </a:extLst>
          </p:cNvPr>
          <p:cNvSpPr>
            <a:spLocks noGrp="1"/>
          </p:cNvSpPr>
          <p:nvPr>
            <p:ph type="title"/>
          </p:nvPr>
        </p:nvSpPr>
        <p:spPr/>
        <p:txBody>
          <a:bodyPr>
            <a:normAutofit/>
          </a:bodyPr>
          <a:lstStyle/>
          <a:p>
            <a:r>
              <a:rPr kumimoji="1" lang="ja-JP" altLang="en-US" sz="4000" b="1">
                <a:latin typeface="Meiryo UI" panose="020B0604030504040204" pitchFamily="34" charset="-128"/>
                <a:ea typeface="Meiryo UI" panose="020B0604030504040204" pitchFamily="34" charset="-128"/>
              </a:rPr>
              <a:t>何が解決されていないか？</a:t>
            </a:r>
          </a:p>
        </p:txBody>
      </p:sp>
      <p:sp>
        <p:nvSpPr>
          <p:cNvPr id="6" name="コンテンツ プレースホルダー 5">
            <a:extLst>
              <a:ext uri="{FF2B5EF4-FFF2-40B4-BE49-F238E27FC236}">
                <a16:creationId xmlns:a16="http://schemas.microsoft.com/office/drawing/2014/main" id="{73DF8BF9-15C5-A143-1826-CDEF15D1326B}"/>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2767610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0ED58-A3E2-1F19-537F-5D8E96E162A4}"/>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B58F0A7A-E5A4-3246-AC5F-BD9A1BA43244}"/>
              </a:ext>
            </a:extLst>
          </p:cNvPr>
          <p:cNvSpPr>
            <a:spLocks noGrp="1"/>
          </p:cNvSpPr>
          <p:nvPr>
            <p:ph type="title"/>
          </p:nvPr>
        </p:nvSpPr>
        <p:spPr/>
        <p:txBody>
          <a:bodyPr>
            <a:normAutofit/>
          </a:bodyPr>
          <a:lstStyle/>
          <a:p>
            <a:r>
              <a:rPr lang="ja-JP" altLang="en-US" sz="4000" b="1">
                <a:latin typeface="Meiryo UI" panose="020B0604030504040204" pitchFamily="34" charset="-128"/>
                <a:ea typeface="Meiryo UI" panose="020B0604030504040204" pitchFamily="34" charset="-128"/>
              </a:rPr>
              <a:t>どうやったら解決できるか</a:t>
            </a:r>
            <a:endParaRPr kumimoji="1" lang="ja-JP" altLang="en-US" sz="3200" b="1">
              <a:latin typeface="Meiryo UI" panose="020B0604030504040204" pitchFamily="34" charset="-128"/>
              <a:ea typeface="Meiryo UI" panose="020B0604030504040204" pitchFamily="34" charset="-128"/>
            </a:endParaRPr>
          </a:p>
        </p:txBody>
      </p:sp>
      <p:sp>
        <p:nvSpPr>
          <p:cNvPr id="6" name="コンテンツ プレースホルダー 5">
            <a:extLst>
              <a:ext uri="{FF2B5EF4-FFF2-40B4-BE49-F238E27FC236}">
                <a16:creationId xmlns:a16="http://schemas.microsoft.com/office/drawing/2014/main" id="{D41CD59C-0A85-8E04-EFCA-73F54A9579F8}"/>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1231646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27AB-2D9A-E770-879A-255702AE6B75}"/>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A3BEFACD-7CC5-050D-96F2-CCA62B94C3EB}"/>
              </a:ext>
            </a:extLst>
          </p:cNvPr>
          <p:cNvSpPr>
            <a:spLocks noGrp="1"/>
          </p:cNvSpPr>
          <p:nvPr>
            <p:ph type="title"/>
          </p:nvPr>
        </p:nvSpPr>
        <p:spPr/>
        <p:txBody>
          <a:bodyPr>
            <a:normAutofit/>
          </a:bodyPr>
          <a:lstStyle/>
          <a:p>
            <a:r>
              <a:rPr lang="ja-JP" altLang="en-US" sz="4000" b="1">
                <a:latin typeface="Meiryo UI" panose="020B0604030504040204" pitchFamily="34" charset="-128"/>
                <a:ea typeface="Meiryo UI" panose="020B0604030504040204" pitchFamily="34" charset="-128"/>
              </a:rPr>
              <a:t>目的</a:t>
            </a:r>
            <a:endParaRPr kumimoji="1" lang="ja-JP" altLang="en-US" sz="3200" b="1">
              <a:latin typeface="Meiryo UI" panose="020B0604030504040204" pitchFamily="34" charset="-128"/>
              <a:ea typeface="Meiryo UI" panose="020B0604030504040204" pitchFamily="34" charset="-128"/>
            </a:endParaRPr>
          </a:p>
        </p:txBody>
      </p:sp>
      <p:sp>
        <p:nvSpPr>
          <p:cNvPr id="5" name="コンテンツ プレースホルダー 4">
            <a:extLst>
              <a:ext uri="{FF2B5EF4-FFF2-40B4-BE49-F238E27FC236}">
                <a16:creationId xmlns:a16="http://schemas.microsoft.com/office/drawing/2014/main" id="{A4F75D42-8778-6E86-291D-4F29040B3824}"/>
              </a:ext>
            </a:extLst>
          </p:cNvPr>
          <p:cNvSpPr>
            <a:spLocks noGrp="1"/>
          </p:cNvSpPr>
          <p:nvPr>
            <p:ph idx="1"/>
          </p:nvPr>
        </p:nvSpPr>
        <p:spPr/>
        <p:txBody>
          <a:bodyPr/>
          <a:lstStyle/>
          <a:p>
            <a:pPr marL="0" indent="0">
              <a:buNone/>
            </a:pPr>
            <a:r>
              <a:rPr lang="ja-JP" altLang="en-US" dirty="0"/>
              <a:t>姿勢推定によって得られた</a:t>
            </a:r>
            <a:r>
              <a:rPr lang="en-US" altLang="ja-JP" dirty="0"/>
              <a:t>3</a:t>
            </a:r>
            <a:r>
              <a:rPr lang="ja-JP" altLang="en-US" dirty="0"/>
              <a:t>次元座標データと</a:t>
            </a:r>
          </a:p>
        </p:txBody>
      </p:sp>
    </p:spTree>
    <p:extLst>
      <p:ext uri="{BB962C8B-B14F-4D97-AF65-F5344CB8AC3E}">
        <p14:creationId xmlns:p14="http://schemas.microsoft.com/office/powerpoint/2010/main" val="130301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9F949-91F1-D876-97C8-3E7D6F7BB72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4E4F6F58-7682-F07A-890B-DD3B7F10C454}"/>
              </a:ext>
            </a:extLst>
          </p:cNvPr>
          <p:cNvSpPr>
            <a:spLocks noGrp="1"/>
          </p:cNvSpPr>
          <p:nvPr>
            <p:ph type="title"/>
          </p:nvPr>
        </p:nvSpPr>
        <p:spPr/>
        <p:txBody>
          <a:bodyPr>
            <a:normAutofit/>
          </a:bodyPr>
          <a:lstStyle/>
          <a:p>
            <a:r>
              <a:rPr kumimoji="1" lang="ja-JP" altLang="en-US" sz="4000" b="1">
                <a:latin typeface="Meiryo UI" panose="020B0604030504040204" pitchFamily="34" charset="-128"/>
                <a:ea typeface="Meiryo UI" panose="020B0604030504040204" pitchFamily="34" charset="-128"/>
              </a:rPr>
              <a:t>方法</a:t>
            </a:r>
            <a:endParaRPr kumimoji="1" lang="ja-JP" altLang="en-US" sz="3200" b="1">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CA8C8BDD-0BA0-31F5-4618-C7F9C2BE8EA0}"/>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3315213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E1F8-410D-18AF-1C37-24F329AF672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3EFBD4D-24DA-C932-CD48-4DFD74D4F2B4}"/>
              </a:ext>
            </a:extLst>
          </p:cNvPr>
          <p:cNvSpPr>
            <a:spLocks noGrp="1"/>
          </p:cNvSpPr>
          <p:nvPr>
            <p:ph type="title"/>
          </p:nvPr>
        </p:nvSpPr>
        <p:spPr/>
        <p:txBody>
          <a:bodyPr>
            <a:normAutofit/>
          </a:bodyPr>
          <a:lstStyle/>
          <a:p>
            <a:r>
              <a:rPr kumimoji="1" lang="ja-JP" altLang="en-US" sz="4000" b="1">
                <a:latin typeface="Meiryo UI" panose="020B0604030504040204" pitchFamily="34" charset="-128"/>
                <a:ea typeface="Meiryo UI" panose="020B0604030504040204" pitchFamily="34" charset="-128"/>
              </a:rPr>
              <a:t>結果</a:t>
            </a:r>
            <a:endParaRPr kumimoji="1" lang="ja-JP" altLang="en-US" sz="3200" b="1">
              <a:latin typeface="Meiryo UI" panose="020B0604030504040204" pitchFamily="34" charset="-128"/>
              <a:ea typeface="Meiryo UI" panose="020B0604030504040204" pitchFamily="34" charset="-128"/>
            </a:endParaRPr>
          </a:p>
        </p:txBody>
      </p:sp>
      <p:sp>
        <p:nvSpPr>
          <p:cNvPr id="3" name="コンテンツ プレースホルダー 2">
            <a:extLst>
              <a:ext uri="{FF2B5EF4-FFF2-40B4-BE49-F238E27FC236}">
                <a16:creationId xmlns:a16="http://schemas.microsoft.com/office/drawing/2014/main" id="{259FF5EC-2469-DA2A-2C15-1D164492D9B9}"/>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1797586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E8C70-04FA-6A67-6A06-C91360EE3393}"/>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17AF4036-F47A-175B-4CD4-F8F5FAE4DB4C}"/>
              </a:ext>
            </a:extLst>
          </p:cNvPr>
          <p:cNvSpPr>
            <a:spLocks noGrp="1"/>
          </p:cNvSpPr>
          <p:nvPr>
            <p:ph type="title"/>
          </p:nvPr>
        </p:nvSpPr>
        <p:spPr/>
        <p:txBody>
          <a:bodyPr>
            <a:normAutofit/>
          </a:bodyPr>
          <a:lstStyle/>
          <a:p>
            <a:r>
              <a:rPr lang="ja-JP" altLang="en-US" sz="4000" b="1">
                <a:latin typeface="Meiryo UI" panose="020B0604030504040204" pitchFamily="34" charset="-128"/>
                <a:ea typeface="Meiryo UI" panose="020B0604030504040204" pitchFamily="34" charset="-128"/>
              </a:rPr>
              <a:t>考察</a:t>
            </a:r>
            <a:endParaRPr kumimoji="1" lang="ja-JP" altLang="en-US" sz="3200" b="1">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EFE5E0D1-C8F1-AF7B-F3CA-B486FD3C326B}"/>
              </a:ext>
            </a:extLst>
          </p:cNvPr>
          <p:cNvSpPr>
            <a:spLocks noGrp="1"/>
          </p:cNvSpPr>
          <p:nvPr>
            <p:ph idx="1"/>
          </p:nvPr>
        </p:nvSpPr>
        <p:spPr/>
        <p:txBody>
          <a:bodyPr/>
          <a:lstStyle/>
          <a:p>
            <a:pPr marL="0" indent="0">
              <a:buNone/>
            </a:pPr>
            <a:r>
              <a:rPr lang="ja-JP" altLang="en-US"/>
              <a:t>イントロ部分で述べたことと対応していると良い</a:t>
            </a:r>
          </a:p>
        </p:txBody>
      </p:sp>
    </p:spTree>
    <p:extLst>
      <p:ext uri="{BB962C8B-B14F-4D97-AF65-F5344CB8AC3E}">
        <p14:creationId xmlns:p14="http://schemas.microsoft.com/office/powerpoint/2010/main" val="29767388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174</Words>
  <Application>Microsoft Office PowerPoint</Application>
  <PresentationFormat>ワイド画面</PresentationFormat>
  <Paragraphs>20</Paragraphs>
  <Slides>11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Meiryo UI</vt:lpstr>
      <vt:lpstr>游ゴシック</vt:lpstr>
      <vt:lpstr>游ゴシック Light</vt:lpstr>
      <vt:lpstr>Arial</vt:lpstr>
      <vt:lpstr>Office テーマ</vt:lpstr>
      <vt:lpstr>進捗報告　2026-0707</vt:lpstr>
      <vt:lpstr>背景　競技現場における動作解析の重要性</vt:lpstr>
      <vt:lpstr>背景　既存の動作解析の課題</vt:lpstr>
      <vt:lpstr>モチベーション</vt:lpstr>
      <vt:lpstr>先行研究</vt:lpstr>
      <vt:lpstr>何が解決されていないか？</vt:lpstr>
      <vt:lpstr>どうやったら解決できるか</vt:lpstr>
      <vt:lpstr>目的</vt:lpstr>
      <vt:lpstr>方法</vt:lpstr>
      <vt:lpstr>結果</vt:lpstr>
      <vt:lpstr>考察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加藤　和太郎</dc:creator>
  <cp:lastModifiedBy>健太郎 山藤</cp:lastModifiedBy>
  <cp:revision>3</cp:revision>
  <dcterms:created xsi:type="dcterms:W3CDTF">2026-06-23T07:22:22Z</dcterms:created>
  <dcterms:modified xsi:type="dcterms:W3CDTF">2026-07-06T09:23:03Z</dcterms:modified>
</cp:coreProperties>
</file>