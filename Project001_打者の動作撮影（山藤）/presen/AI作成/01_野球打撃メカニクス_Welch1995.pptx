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野球の打撃メカニクス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"Hitting a Baseball: A Biomechanical Description"</a:t>
            </a:r>
          </a:p>
          <a:p>
            <a:r>
              <a:t>Welch et al., 1995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研究概要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対象: プロ野球選手7名（全員右打ち）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測定: 3次元キネマティクス・キネティクスデータ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機材: ハイスピードカメラ(6台×200fps) + フォースプレート(2枚×1000Hz) + 反射マーカー(23個)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目的: バッティング動作のバイオメカニクス的定量定義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応用: リハビリテーション・トレーニングプログラムの基盤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キネティック・リンク（運動連鎖）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最大回転速度の測定値: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骨盤(Hip): 714 deg/sec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肩(Shoulder): 937 deg/sec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腕(Arm): 1160 deg/sec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バット(Bat): 31 m/sec (111.6 km/h)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メカニズム: 各セグメント減速 → 次セグメント急加速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体重移動と床反力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踏み込み時(前足接地):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前足に体重の123%に相当する力が作用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重要プロセス: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直線運動エネルギー (垂直・水平成分)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→ 正確なタイミングで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回転運動へ変換 → バットスピード最大化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研究の限界と示唆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限界: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- ティースタンド上のボール(実投球ではない)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- 球種認識・反応要素が排除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- 対象者7名と比較的小規模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● このプロジェクトへの示唆: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- ベースライン値での精度検証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000000"/>
                </a:solidFill>
              </a:defRPr>
            </a:pPr>
            <a:r>
              <a:t>   - キネティック・リンクの評価軸化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