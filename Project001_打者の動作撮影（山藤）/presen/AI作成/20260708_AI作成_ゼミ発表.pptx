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Yu Gothic"/>
              </a:rPr>
              <a:t>打者のマーカーレス3次元
モーションキャプチャーシステム開発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004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323"/>
                </a:solidFill>
                <a:latin typeface="Yu Gothic"/>
              </a:defRPr>
            </a:pPr>
            <a:r>
              <a:t>カメラ映像のみから身体動作とバット軌道を3次元再構成する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49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6969"/>
                </a:solidFill>
                <a:latin typeface="Yu Gothic"/>
              </a:defRPr>
            </a:pPr>
            <a:r>
              <a:t>山藤 | 進矢研究室 | 2026-07-08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野球の打撃動作は、骨盤・体幹・上肢・バットが短時間で連鎖的に動く高速運動である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反射マーカー式モーションキャプチャーは高精度だが、高価で実験室環境に制限されやすい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市販アクションカメラとAI姿勢推定を使えば、現場に近い環境で3D計測できる可能性がある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研究に対するモチベーション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高価な専用設備なしに、選手の自然なスイングを記録したい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身体の動きだけでなく、バットの軌道も同時に扱いたい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将来的には、バット速度、身体各部の角速度、運動連鎖のタイミングを定量化したい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先行研究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  <a:latin typeface="Yu Gothic"/>
              </a:defRPr>
            </a:pPr>
            <a:r>
              <a:t>同じ方向に向いた研究と、本研究で引き継ぐ視点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503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  <a:latin typeface="Yu Gothic"/>
                        </a:defRPr>
                      </a:pPr>
                      <a:r>
                        <a:t>方向性</a:t>
                      </a:r>
                    </a:p>
                  </a:txBody>
                  <a:tcPr marL="54864" marR="54864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  <a:latin typeface="Yu Gothic"/>
                        </a:defRPr>
                      </a:pPr>
                      <a:r>
                        <a:t>例</a:t>
                      </a:r>
                    </a:p>
                  </a:txBody>
                  <a:tcPr marL="54864" marR="54864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  <a:latin typeface="Yu Gothic"/>
                        </a:defRPr>
                      </a:pPr>
                      <a:r>
                        <a:t>本研究との関係</a:t>
                      </a:r>
                    </a:p>
                  </a:txBody>
                  <a:tcPr marL="54864" marR="54864">
                    <a:solidFill>
                      <a:srgbClr val="DCEBF7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打撃の3D解析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Welch et al. など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骨盤・肩・腕・バットの運動連鎖を定量化する視点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条件別の打撃解析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Fortenbaugh など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球種・コースごとの動作差を分析する視点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マーカーレス姿勢推定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OpenPose, YOLO-pose など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映像から身体キーポイントを取得する技術基盤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簡易マーカーレス計測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OpenCap など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低コスト化の方向性。ただし高速スイングへの適用は課題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まだ解決されていないこと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Yu Gothic"/>
              </a:defRPr>
            </a:pPr>
            <a:r>
              <a:t>高速スイングでは、1フレームの同期ずれでも3D位置や速度推定に影響する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Yu Gothic"/>
              </a:defRPr>
            </a:pPr>
            <a:r>
              <a:t>屋外撮影では、カメラ設置、手ブレ補正、キャリブレーションの再現性が問題になる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Yu Gothic"/>
              </a:defRPr>
            </a:pPr>
            <a:r>
              <a:t>身体姿勢だけでなく、細長く高速に動くバットの追跡が難しい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Yu Gothic"/>
              </a:defRPr>
            </a:pPr>
            <a:r>
              <a:t>2D検出、同期、キャリブレーション、三角測量、可視化を一貫して扱うワークフローが必要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どうやったら解決できるか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502920" cy="5760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444752"/>
            <a:ext cx="101772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Yu Gothic"/>
              </a:defRPr>
            </a:pPr>
            <a:r>
              <a:t>DJI OSMO Action 3で 1080p / 240 fps の動画を撮影する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67128"/>
            <a:ext cx="502920" cy="5760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194560"/>
            <a:ext cx="101772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Yu Gothic"/>
              </a:defRPr>
            </a:pPr>
            <a:r>
              <a:t>手拍子音を用いた音声クロスコリレーションで動画を同期する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16936"/>
            <a:ext cx="502920" cy="5760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944368"/>
            <a:ext cx="101772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Yu Gothic"/>
              </a:defRPr>
            </a:pPr>
            <a:r>
              <a:t>ChArUcoボードでステレオキャリブレーションを行う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66744"/>
            <a:ext cx="502920" cy="5760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694176"/>
            <a:ext cx="101772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Yu Gothic"/>
              </a:defRPr>
            </a:pPr>
            <a:r>
              <a:t>YOLOv8-poseで身体17点、YOLOv8系検出器でバットを検出する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16552"/>
            <a:ext cx="502920" cy="57607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443984"/>
            <a:ext cx="101772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Yu Gothic"/>
              </a:defRPr>
            </a:pPr>
            <a:r>
              <a:t>三角測量で3D座標を算出し、スティックフィギュアとバット軌道を可視化する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  <a:latin typeface="Yu Gothic"/>
              </a:defRPr>
            </a:pPr>
            <a:r>
              <a:t>どの数値がどの程度になったら達成とみなすか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  <a:latin typeface="Yu Gothic"/>
                        </a:defRPr>
                      </a:pPr>
                      <a:r>
                        <a:t>評価項目</a:t>
                      </a:r>
                    </a:p>
                  </a:txBody>
                  <a:tcPr marL="54864" marR="54864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  <a:latin typeface="Yu Gothic"/>
                        </a:defRPr>
                      </a:pPr>
                      <a:r>
                        <a:t>暫定的な到達目標</a:t>
                      </a:r>
                    </a:p>
                  </a:txBody>
                  <a:tcPr marL="54864" marR="54864">
                    <a:solidFill>
                      <a:srgbClr val="DC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動画同期精度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1フレーム未満、240 fps換算で約4.17 ms未満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ステレオキャリブレーション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再投影誤差 RMS 2 px以下を目標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身体キーポイント検出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主要関節の有効検出率 90%以上を目標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バット追跡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スイング主要区間で軌道を連続的に描画できること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3D再構成の実用精度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Yu Gothic"/>
                        </a:defRPr>
                      </a:pPr>
                      <a:r>
                        <a:t>既知寸法と比較し、数 cmオーダーの誤差に収めることを目標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評価方法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Yu Gothic"/>
              </a:defRPr>
            </a:pPr>
            <a:r>
              <a:t>同期: 手拍子音のピーク位置と相互相関のずれを確認する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Yu Gothic"/>
              </a:defRPr>
            </a:pPr>
            <a:r>
              <a:t>キャリブレーション: 再投影誤差 RMS と、複数回撮影でのばらつきを確認する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Yu Gothic"/>
              </a:defRPr>
            </a:pPr>
            <a:r>
              <a:t>3D再構成: 肩幅、身長、バット長など既知寸法と比較する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Yu Gothic"/>
              </a:defRPr>
            </a:pPr>
            <a:r>
              <a:t>バット軌道: 手首位置との整合性、欠損フレーム数、軌道の連続性を確認する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  <a:latin typeface="Yu Gothic"/>
              </a:defRPr>
            </a:pPr>
            <a:r>
              <a:t>実用性: 撮影から可視化までの手順が再現可能かを確認する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Yu Gothic"/>
              </a:rPr>
              <a:t>今後の進め方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実撮影データで、同期・検出・3D再構成を一貫して検証する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数値目標を実測値で更新する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結果画像、3D可視化、バット軌道の図を発表資料に追加する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Yu Gothic"/>
              </a:defRPr>
            </a:pPr>
            <a:r>
              <a:t>最終版は 人間作製/final に保存する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Yu Gothic"/>
              </a:defRPr>
            </a:pPr>
            <a:r>
              <a:t>打者のマーカーレス3次元モーションキャプチャーシステム開発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