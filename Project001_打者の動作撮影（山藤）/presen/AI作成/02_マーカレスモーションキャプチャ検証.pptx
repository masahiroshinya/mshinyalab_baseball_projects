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マーカレス・モーションキャプチャ</a:t>
            </a:r>
          </a:p>
          <a:p>
            <a:r>
              <a:t>の妥当性検証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8FFC8"/>
                </a:solidFill>
              </a:defRPr>
            </a:pPr>
            <a:r>
              <a:t>歩行分析とスポーツ動作での検証</a:t>
            </a:r>
          </a:p>
          <a:p>
            <a:r>
              <a:t>Ohmura et al., 2025 / Evans et al.,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従来型 vs マーカレス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従来型の課題: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● 光学式・IMU式: 高価、複雑、セットアップ困難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マーカレスの利点: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● スマートフォン1台で動作分析可能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● マーカー・センサー不要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● 低価格、持ち運び容易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● フィールドでの即時フィードバック対応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研究1: 歩行分析での妥当性(Ohmura)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対象: 健常成人20名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比較: IMU基準システム(Ultium Motion) vs SPLYZA Motion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ICC(級内相関係数)結果: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股関節: 0.914 (極めて優秀)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膝関節: 0.934 (極めて優秀)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足関節: 0.723 (良好)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研究2: スポーツ動作での妥当性(Evans)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対象: エリート・スノーボード選手2名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課題: 垂直跳び、単回転動作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比較: Simi Motion vs SPLYZA Motion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Spearman相関結果: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y軸(鉛直): r = 1.0 (完全一致)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x軸(前後): r = 0.84 (高い相関)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マーカレスの精度範囲と応用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精度が高い領域: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[OK] 股関節・膝関節の可動域 (ICC &gt; 0.93)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[OK] 身体重心の垂直成分 (r = 1.0)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精度が中程度の領域: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[◎] 足関節可動域 (ICC = 0.72)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[◎] 複雑な3D運動への応用は検証が必要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野球打撃への応用可能性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下肢関節角度の推定精度: ±7度程度(期待値)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→ 臨床的に許容可能な範囲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検証すべき項目: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- 股関節角度: Welch基準値との比較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- 回転速度: 714 deg/sec との比較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- キネティック・リンク: 連鎖の適切性評価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このプロジェクトの検証ステップ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Step 1: 静止姿勢での基線確立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Step 2: 単一関節運動での精度確認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Step 3: スイング動作全体での検証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Step 4: 回転速度の定量化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Step 5: 推定精度の許容範囲決定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目標: マーカーレス動作分析の実用化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