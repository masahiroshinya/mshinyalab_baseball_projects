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17E70-5764-5486-C1CB-BEB730D42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DC86A4-7CC3-BE8C-5607-73764C70C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35DD8-6838-A75E-B9D6-3C060B27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C1EB63-DDD9-1537-ABA0-C86E06A1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79DA17-1C5E-989D-4FDF-61D0DF4B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046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1FF45-930D-8BFD-C7BE-375BC1B5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F7DC2A-EEFE-E861-C42D-2FAABFF8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1ADD0E-FF0E-38BE-CAF4-B386BD58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6B70E-D512-18D3-9E95-BE3BAE2E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DA25C3-BE45-F445-8A4F-87117518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55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67562-CEAC-3C83-6423-5ECD1D029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7041F6-9CAA-2452-2601-0C84B3844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BBC6D8-AE83-E9B0-EEAD-0A381616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1C11B-5958-F892-07ED-53CDB9F0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DA9FE7-2E2E-4B19-C90D-B4C6F1B3B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8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49819-4936-2E00-DB62-0A2B4BF9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BF3294-BDE3-2E6C-9CCD-B0661DB34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B1790F-2C51-BBD1-8CA5-85D956713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895828-A5BA-DE46-0967-8A741F78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0561EB-9F81-EC3C-5F83-B7D2BB4D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978F5F-4436-B1A9-E7B4-EF5CE84A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09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C91424-6415-924A-CD65-4D470DB83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16AF98-5347-AF08-D6CA-9B8A5A05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2580B5-31B7-B4EB-C852-4640A8049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988440C-A75F-35F9-F761-5E23EC165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B9BE43-A860-7F32-67F7-B8B1BDB5E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1B7C1FE-1B08-1B79-7F7B-48361906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A05230-1315-8D63-32CB-012F312C0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60C92B-749D-7EBD-7909-5ED9486F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72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1DB55D-CE4C-BC93-AC76-6266DF563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3F9BCA-4BA9-54D7-6C10-DDB40BA45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3500FD-69E1-3592-D350-31614C98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EE0FE1-8147-6BD5-450E-DD00CC5A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03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7753A6D-3C91-7C4F-5AF6-2A8CBE0A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F6BC12-C63E-9C23-A3F3-C7E8BBC83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C4918F-9373-37D0-643F-221C8492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46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EE837E-08FF-2689-F13E-4A9A6D10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D275A0-5622-2063-EA07-9952DFB23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B66D81-E168-376F-60BB-EA33AB8F5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64BD86-05A7-203D-B83F-7B43337B4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E5EE09-7BCD-5F74-9798-134B5487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709D4A-2156-1433-C76C-85E035C7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0804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366A88-2DC2-8847-BEC5-2DC5DE2D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F00883-10A6-54CE-146D-5522F9A6B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CFA61B-DEC9-9F99-BF0F-728AE2644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ABCB1C-09DC-BFDA-1B89-A53CE754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A3909E-32B6-5C05-8194-F9579F52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802B55-0FAC-D34D-ED7E-0191D38C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68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75B47-520B-CAC0-22EA-94660D66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EAC6CF-D05F-56A7-8B7B-594873A07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9AF72D-D270-3EE8-1BD7-A76D0543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E00B24-FBC8-7DC2-9ECE-752D7910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98470F-6565-9AE1-4BFC-97A627B1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86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61D42F-5266-4AE6-B46B-C344894A2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7DBF62-6F6A-F6E1-135F-36DEA501A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2E5EFD-6545-872D-CC96-1E1EC783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150219-6CE7-39B1-EFA2-380F04EA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0CE136-D0BE-0B5D-58B0-578FD8D2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53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E9AFAD-6028-CEF6-AED9-CA71C993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B3E7B4-87F7-2DF5-F4AE-14E7A4101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9659C1-D6B3-EB93-3F0C-FE44485E2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8F63B-3448-44AF-A343-986A0A88DE83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C5C00A-E9C7-3DAF-0821-86F506C3D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DA5E3D-BD87-82F2-CD3E-0273BA473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2A9DF-F1C7-41D7-9018-67AEA2B2C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2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41294254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76FA1-3604-0802-F3E4-5C96CB58A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200" dirty="0"/>
              <a:t>Assessing the accuracy of in-stadium and portable multi-camera </a:t>
            </a:r>
            <a:r>
              <a:rPr kumimoji="1" lang="en-US" altLang="ja-JP" sz="3200" dirty="0" err="1"/>
              <a:t>markerless</a:t>
            </a:r>
            <a:r>
              <a:rPr kumimoji="1" lang="en-US" altLang="ja-JP" sz="3200" dirty="0"/>
              <a:t> motion capture for baseball pitching kinematics and kinetics </a:t>
            </a:r>
            <a:endParaRPr kumimoji="1" lang="ja-JP" altLang="en-US" sz="3200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8E4AC612-C57A-7F83-BDDD-EB03FC7B1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Aguinaldo, Cardinale, D. Taylor, Escamilla, </a:t>
            </a:r>
            <a:r>
              <a:rPr lang="en-US" altLang="ja-JP" dirty="0" err="1"/>
              <a:t>Buffi</a:t>
            </a:r>
            <a:endParaRPr lang="en-US" altLang="ja-JP" dirty="0"/>
          </a:p>
          <a:p>
            <a:r>
              <a:rPr lang="en-US" altLang="ja-JP" dirty="0">
                <a:hlinkClick r:id="rId2"/>
              </a:rPr>
              <a:t>https://pubmed.ncbi.nlm.nih.gov/41294254/</a:t>
            </a:r>
            <a:endParaRPr lang="en-US" altLang="ja-JP" dirty="0"/>
          </a:p>
          <a:p>
            <a:r>
              <a:rPr lang="en-US" altLang="ja-JP" dirty="0"/>
              <a:t>Kentaro Santo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560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F412A-1F15-3CEE-3269-274FB595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Introduction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47E59D-C933-4034-F46E-D8CAD1D1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00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751273-2863-F9EF-EC61-E3261561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Methods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B6ACA1-3217-9838-D7F4-16F85F0F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87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Office PowerPoint</Application>
  <PresentationFormat>ワイド画面</PresentationFormat>
  <Paragraphs>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Assessing the accuracy of in-stadium and portable multi-camera markerless motion capture for baseball pitching kinematics and kinetics </vt:lpstr>
      <vt:lpstr>Introduction</vt:lpstr>
      <vt:lpstr>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健太郎 山藤</dc:creator>
  <cp:lastModifiedBy>健太郎 山藤</cp:lastModifiedBy>
  <cp:revision>1</cp:revision>
  <dcterms:created xsi:type="dcterms:W3CDTF">2026-06-23T07:27:07Z</dcterms:created>
  <dcterms:modified xsi:type="dcterms:W3CDTF">2026-06-23T07:33:39Z</dcterms:modified>
</cp:coreProperties>
</file>